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E581D-9EBC-4B78-8B2F-353B75A47EDF}" v="247" dt="2026-09-10T14:49:11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268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71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9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4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24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47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44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17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14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64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67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69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69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833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5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Guessing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Pramveer Kumar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021C-D77A-2606-BD61-AB35D08C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Working!!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89564-7096-F804-A124-39CB2A641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game u will be asked to Guess any number between (1-50)</a:t>
            </a:r>
          </a:p>
          <a:p>
            <a:pPr>
              <a:buClr>
                <a:srgbClr val="1287C3"/>
              </a:buClr>
            </a:pPr>
            <a:r>
              <a:rPr lang="en-US" dirty="0"/>
              <a:t>And if u guessed the correct it will give u </a:t>
            </a:r>
            <a:r>
              <a:rPr lang="en-US" dirty="0" err="1"/>
              <a:t>appriciations</a:t>
            </a:r>
          </a:p>
          <a:p>
            <a:pPr>
              <a:buClr>
                <a:srgbClr val="1287C3"/>
              </a:buClr>
            </a:pPr>
            <a:r>
              <a:rPr lang="en-US" dirty="0"/>
              <a:t>If not then it will suggest u that to think LOWER/HIGHER</a:t>
            </a:r>
          </a:p>
          <a:p>
            <a:pPr>
              <a:buClr>
                <a:srgbClr val="1287C3"/>
              </a:buClr>
            </a:pPr>
            <a:r>
              <a:rPr lang="en-US" dirty="0"/>
              <a:t>THERE WILL BE ONLY FIVE CHANCES TO GUESS</a:t>
            </a:r>
          </a:p>
          <a:p>
            <a:pPr>
              <a:buClr>
                <a:srgbClr val="1287C3"/>
              </a:buClr>
            </a:pPr>
            <a:r>
              <a:rPr lang="en-US" dirty="0"/>
              <a:t>In the last it if u didn’t </a:t>
            </a:r>
            <a:r>
              <a:rPr lang="en-US" dirty="0" err="1"/>
              <a:t>ble</a:t>
            </a:r>
            <a:r>
              <a:rPr lang="en-US" dirty="0"/>
              <a:t> then it will say </a:t>
            </a:r>
            <a:r>
              <a:rPr lang="en-US" dirty="0" err="1"/>
              <a:t>ur</a:t>
            </a:r>
            <a:r>
              <a:rPr lang="en-US" dirty="0"/>
              <a:t> number was this that </a:t>
            </a:r>
          </a:p>
        </p:txBody>
      </p:sp>
    </p:spTree>
    <p:extLst>
      <p:ext uri="{BB962C8B-B14F-4D97-AF65-F5344CB8AC3E}">
        <p14:creationId xmlns:p14="http://schemas.microsoft.com/office/powerpoint/2010/main" val="2710231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Parallax</vt:lpstr>
      <vt:lpstr>Number Guessing Game</vt:lpstr>
      <vt:lpstr>Working!!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</cp:revision>
  <dcterms:created xsi:type="dcterms:W3CDTF">2026-09-10T14:44:11Z</dcterms:created>
  <dcterms:modified xsi:type="dcterms:W3CDTF">2026-09-10T14:50:39Z</dcterms:modified>
</cp:coreProperties>
</file>